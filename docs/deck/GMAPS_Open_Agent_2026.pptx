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GMAPS · Ground Movement Awareness and Prediction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A3ADBD"/>
                </a:solidFill>
                <a:latin typeface="Calibri"/>
              </a:rPr>
              <a:t>Open Agent Hackathon 2026 · Wildcard [Tinkerer] · Franco Plathottathil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EEF1F5"/>
                </a:solidFill>
                <a:latin typeface="Calibri"/>
              </a:rPr>
              <a:t>A controller-side cross-check for the tower: radio becomes typed clearances, a ledger tracks who holds each runway, and an agent loop warns when two recorded authorizations, or an open obligation, hold the same runway at the same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2B43A"/>
                </a:solidFill>
                <a:latin typeface="Calibri"/>
              </a:rPr>
              <a:t>Decision support only. GMAPS never transmits; the controller decides. All traffic and positions shown are SIMULATED.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problem and who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Runway incursions start with clearances. </a:t>
            </a:r>
            <a:r>
              <a:rPr sz="2000">
                <a:solidFill>
                  <a:srgbClr val="A3ADBD"/>
                </a:solidFill>
                <a:latin typeface="Calibri"/>
              </a:rPr>
              <a:t>A landing clearance and a crossing clearance on the same runway, both read back, both legitimate on their 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The tower holds it all in memory. </a:t>
            </a:r>
            <a:r>
              <a:rPr sz="2000">
                <a:solidFill>
                  <a:srgbClr val="A3ADBD"/>
                </a:solidFill>
                <a:latin typeface="Calibri"/>
              </a:rPr>
              <a:t>Many aircraft and vehicles on one frequency; a "stop" that nobody reads back is easy to lose.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Target user: the tower (local) controller. </a:t>
            </a:r>
            <a:r>
              <a:rPr sz="2000">
                <a:solidFill>
                  <a:srgbClr val="A3ADBD"/>
                </a:solidFill>
                <a:latin typeface="Calibri"/>
              </a:rPr>
              <a:t>A second set of eyes that keeps the ledger of who is cleared for what, on each runway, and says why it is worried.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What it is not: </a:t>
            </a:r>
            <a:r>
              <a:rPr sz="2000">
                <a:solidFill>
                  <a:srgbClr val="A3ADBD"/>
                </a:solidFill>
                <a:latin typeface="Calibri"/>
              </a:rPr>
              <a:t>not an autopilot, not a transmitter, not a claim about real-world outcomes. Everything here runs on simulated traffic.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solution: a traced agent loop over a runway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Transmission in →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 types it; what the grammar cannot type goes to a model, and the answer must pass a grounding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Ledger (shared state) → </a:t>
            </a:r>
            <a:r>
              <a:rPr sz="2000">
                <a:solidFill>
                  <a:srgbClr val="A3ADBD"/>
                </a:solidFill>
                <a:latin typeface="Calibri"/>
              </a:rPr>
              <a:t>authorized · acknowledged · reported · observed, per runway; a warning names both sides and the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Look-ahead → </a:t>
            </a:r>
            <a:r>
              <a:rPr sz="2000">
                <a:solidFill>
                  <a:srgbClr val="A3ADBD"/>
                </a:solidFill>
                <a:latin typeface="Calibri"/>
              </a:rPr>
              <a:t>on simulated positions it projects whether two movers meet at the crossing; when positions are stale it says "prediction unavailable", which is not "no conflict".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Explainer → </a:t>
            </a:r>
            <a:r>
              <a:rPr sz="2000">
                <a:solidFill>
                  <a:srgbClr val="A3ADBD"/>
                </a:solidFill>
                <a:latin typeface="Calibri"/>
              </a:rPr>
              <a:t>Nemotron writes two plain sentences for the controller; the evaluator checks them before they are shown.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Every step is one trace line </a:t>
            </a:r>
            <a:r>
              <a:rPr sz="2000">
                <a:solidFill>
                  <a:srgbClr val="A3ADBD"/>
                </a:solidFill>
                <a:latin typeface="Calibri"/>
              </a:rPr>
              <a:t>naming the role and the model that handled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Agent workflow: roles that check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Planner</a:t>
            </a:r>
          </a:p>
          <a:p>
            <a:r>
              <a:rPr sz="1300">
                <a:solidFill>
                  <a:srgbClr val="EEF1F5"/>
                </a:solidFill>
              </a:rPr>
              <a:t>grammar first; residue → model; look-ahead only when a shared zone is involved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60A5FA"/>
                </a:solidFill>
              </a:rPr>
              <a:t>Executor</a:t>
            </a:r>
          </a:p>
          <a:p>
            <a:r>
              <a:rPr sz="1300">
                <a:solidFill>
                  <a:srgbClr val="EEF1F5"/>
                </a:solidFill>
              </a:rPr>
              <a:t>bounded tools only: parse, ingest, look-ahead, explain, post alert. No shell.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Evaluator</a:t>
            </a:r>
          </a:p>
          <a:p>
            <a:r>
              <a:rPr sz="1300">
                <a:solidFill>
                  <a:srgbClr val="EEF1F5"/>
                </a:solidFill>
              </a:rPr>
              <a:t>grounding rule on every model answer; one retry with the airport vocabulary; then escalate "needs readback"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B923C"/>
                </a:solidFill>
              </a:rPr>
              <a:t>Risk</a:t>
            </a:r>
          </a:p>
          <a:p>
            <a:r>
              <a:rPr sz="1300">
                <a:solidFill>
                  <a:srgbClr val="EEF1F5"/>
                </a:solidFill>
              </a:rPr>
              <a:t>SIM-1 look-ahead each second; stale feed → "prediction unavailable"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A78BFA"/>
                </a:solidFill>
              </a:rPr>
              <a:t>Explainer</a:t>
            </a:r>
          </a:p>
          <a:p>
            <a:r>
              <a:rPr sz="1300">
                <a:solidFill>
                  <a:srgbClr val="EEF1F5"/>
                </a:solidFill>
              </a:rPr>
              <a:t>Nemotron via Nightshift: two sentences; rejected or unavailable → labelled ledger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870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F4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F4D4F"/>
                </a:solidFill>
              </a:rPr>
              <a:t>Alert</a:t>
            </a:r>
          </a:p>
          <a:p>
            <a:r>
              <a:rPr sz="1300">
                <a:solidFill>
                  <a:srgbClr val="EEF1F5"/>
                </a:solidFill>
              </a:rPr>
              <a:t>display only, never a radio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Shared state: the runway ledger + runway memory (open obligations per runway) · trace: runs/traces/&lt;run_id&gt;.jsonl (role, provider, model_reported, latency, tokens, outcome, grounding)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EF1F5"/>
                </a:solidFill>
                <a:latin typeface="Calibri"/>
              </a:rPr>
              <a:t>Real code paths, with tests: retry, escalation, fallback when the provider is down, replay of recorded traces in sample mode (no key, no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Two small models, one loop</a:t>
            </a:r>
          </a:p>
        </p:txBody>
      </p:sp>
      <p:pic>
        <p:nvPicPr>
          <p:cNvPr id="4" name="Picture 3" descr="base_vs_adap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6868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60A5FA"/>
                </a:solidFill>
                <a:latin typeface="Calibri"/>
              </a:rPr>
              <a:t>Fine-tuned 4B parser (pre-existing, published)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Qwen3-4B-Instruct-2507 + LoRA "gmaps-parser", local vLLM on the DGX Spark.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Record exact 0.254 → 0.652 on 138 held-out Whisper-text transmissions; paired +39.9 points, 95 % CI [+31.9, +48.6], McNemar p = 5.6e-17.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Blind scripted set (414): 0.365 → 0.906. Grammar alone: 0.377 / 0.773.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huggingface.co/darkstar008/gmaps-parser-qwen3-4b-lora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4343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DD4BF"/>
                </a:solidFill>
                <a:latin typeface="Calibri"/>
              </a:rPr>
              <a:t>Nemotron 30B via Nightshift (new)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8006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Residue parse and the two-sentence explanation of every warning, through Nightshift (OpenAI-compatible). model_reported is logged on every call. Live run on the Spark pending at the time this deck was 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3ADBD"/>
                </a:solidFill>
                <a:latin typeface="Calibri"/>
              </a:rPr>
              <a:t>SIMULATED data. Charts and numbers: docs/model_card/, docs/PAIRED_STATS.md.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LaGuardia view: crossing cleared while a plane is landing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1_CROSS_DURING_ROLLOUT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Left: today (radio and eyes). Right: WITH GMAPS. R1 conflict on runway 04/22 at +28 s; look-ahead projects the overlap at the G crossing. Real LGA layout (OpenStreetMap, ODbL), fictional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Told to hold short, not slowing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5_HOLD_NOT_SLOWIN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hold short was read back, so the ledger is quiet; the look-ahead raises it from motion: the vehicle cannot stop at the real G hold bar.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Position feed drops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4_FEED_LOSS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vehicle track goes stale: GMAPS withdraws the timed prediction and says "prediction unavailable"; the ledger warning stays open.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Sponsor technology: what is real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Nightshift: </a:t>
            </a:r>
            <a:r>
              <a:rPr sz="1700">
                <a:solidFill>
                  <a:srgbClr val="A3ADBD"/>
                </a:solidFill>
                <a:latin typeface="Calibri"/>
              </a:rPr>
              <a:t>NightshiftLLM (OpenAI-compatible, key from the environment, temperature 0, one retry on 5xx, typed "provider_unavailable"). It is the primary provider for every model call in the loop. Live Nemotron run on the Spark pending at time of writing.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NVIDIA: </a:t>
            </a:r>
            <a:r>
              <a:rPr sz="1700">
                <a:solidFill>
                  <a:srgbClr val="A3ADBD"/>
                </a:solidFill>
                <a:latin typeface="Calibri"/>
              </a:rPr>
              <a:t>Nemotron 30B through Nightshift for the residue parse and the explainer; the fine-tuned 4B and the DGX Spark runtime are pre-existing.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Engine (H-MEM as runway memory):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A local runway memory with the same interface (put / open_items / close) runs and is tested; trace lines say engine: local.runway_memory.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Zetaris: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Table design (identifiers, transmissions, ledger) and an idempotent loader are ready; the agent uses a local store.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Unique: </a:t>
            </a:r>
            <a:r>
              <a:rPr sz="1700">
                <a:solidFill>
                  <a:srgbClr val="A3ADBD"/>
                </a:solidFill>
                <a:latin typeface="Calibri"/>
              </a:rPr>
              <a:t>the cloud model never has the last word: a deterministic grounding rule accepts or rejects every answer, and the trace that proves which model answered is also the offline fixture judges replay.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Technical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Agent loop: </a:t>
            </a:r>
            <a:r>
              <a:rPr sz="2000">
                <a:solidFill>
                  <a:srgbClr val="A3ADBD"/>
                </a:solidFill>
                <a:latin typeface="Calibri"/>
              </a:rPr>
              <a:t>Python, stdlib only (agent/open_agent_loop.py); traces as JSONL; tools/show_trace.py.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Models: </a:t>
            </a:r>
            <a:r>
              <a:rPr sz="2000">
                <a:solidFill>
                  <a:srgbClr val="A3ADBD"/>
                </a:solidFill>
                <a:latin typeface="Calibri"/>
              </a:rPr>
              <a:t>Nemotron 30B via Meterless Nightshift; Qwen3-4B + LoRA on vLLM v0.27.1 (DGX Spark, GB10); Whisper large-v3-turbo.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Domain core (pre-existing):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parser, runway ledger with cited rules, SIM-1 look-ahead, airport identifier graphs.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UI: </a:t>
            </a:r>
            <a:r>
              <a:rPr sz="2000">
                <a:solidFill>
                  <a:srgbClr val="A3ADBD"/>
                </a:solidFill>
                <a:latin typeface="Calibri"/>
              </a:rPr>
              <a:t>ui_scaffold/lga_scene.html: canvas, OSM geometry in the FAA diagram frame, AS-IS vs WITH GMAPS on one clock.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 it: </a:t>
            </a:r>
            <a:r>
              <a:rPr sz="2000">
                <a:solidFill>
                  <a:srgbClr val="A3ADBD"/>
                </a:solidFill>
                <a:latin typeface="Calibri"/>
              </a:rPr>
              <a:t>python3 demo/run_open_agent.py --provider sample (no key) · demo/record_open_agent.sh (live) · python3 tests/run_all.py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Pre-existing vs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Pre-existing (commit e97a9a1 and earlier, 18 Oct)</a:t>
            </a:r>
          </a:p>
          <a:p>
            <a:r>
              <a:rPr sz="1300">
                <a:solidFill>
                  <a:srgbClr val="EEF1F5"/>
                </a:solidFill>
              </a:rPr>
              <a:t>Grammar parser, ledger and rules, SIM-1 simulator and look-ahead, airport identifier data and diagrams, LocalLLM adapter, the fine-tuned 4B parser and its evaluation, the DGX Spark vLLM runtime, the original demo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New in the build window (e97a9a1..HEAD)</a:t>
            </a:r>
          </a:p>
          <a:p>
            <a:r>
              <a:rPr sz="1300">
                <a:solidFill>
                  <a:srgbClr val="EEF1F5"/>
                </a:solidFill>
              </a:rPr>
              <a:t>NightshiftLLM provider and sample replay; TraceLogger; grounding rule for model answers; the six-role agent loop with retry, escalation and fallback; runway memory; data-store layer and Zetaris loader design; Nemotron-vs-4B comparison runner; the animated LaGuardia view; tests.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Limits: </a:t>
            </a:r>
            <a:r>
              <a:rPr sz="2000">
                <a:solidFill>
                  <a:srgbClr val="A3ADBD"/>
                </a:solidFill>
                <a:latin typeface="Calibri"/>
              </a:rPr>
              <a:t>simulated traffic and positions, synthetic phraseology; the look-ahead is computed on the fictional SIM-1 model; decision support only.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Zetaris as the data layer for identifiers, transmissions and ledger records; Meterless H-MEM for runway memory across sessions.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Nemotron-vs-4B comparison on the 138 held-out transmissions, same prompt and verifier.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reviewed airport geometry, a real surveillance feed, and a qualified controller reviewing the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